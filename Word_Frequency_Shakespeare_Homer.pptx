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Raleway"/>
      <p:regular r:id="rId12"/>
      <p:bold r:id="rId13"/>
      <p:italic r:id="rId14"/>
      <p:boldItalic r:id="rId15"/>
    </p:embeddedFont>
    <p:embeddedFont>
      <p:font typeface="La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aleway-bold.fntdata"/><Relationship Id="rId12" Type="http://schemas.openxmlformats.org/officeDocument/2006/relationships/font" Target="fonts/Raleway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boldItalic.fntdata"/><Relationship Id="rId14" Type="http://schemas.openxmlformats.org/officeDocument/2006/relationships/font" Target="fonts/Raleway-italic.fntdata"/><Relationship Id="rId17" Type="http://schemas.openxmlformats.org/officeDocument/2006/relationships/font" Target="fonts/Lato-bold.fntdata"/><Relationship Id="rId16" Type="http://schemas.openxmlformats.org/officeDocument/2006/relationships/font" Target="fonts/La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boldItalic.fntdata"/><Relationship Id="rId6" Type="http://schemas.openxmlformats.org/officeDocument/2006/relationships/slide" Target="slides/slide1.xml"/><Relationship Id="rId18" Type="http://schemas.openxmlformats.org/officeDocument/2006/relationships/font" Target="fonts/La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8b9a821a99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8b9a821a99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fa7663e09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fa7663e09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fa7663e099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fa7663e099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fa7663e099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fa7663e09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fa7663e099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fa7663e099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Word Frequency of Works by William Shakespeare and Homer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729450" y="1318650"/>
            <a:ext cx="7688700" cy="76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Romeo and Juliet VS Macbeth by William Shakespeare</a:t>
            </a:r>
            <a:endParaRPr/>
          </a:p>
        </p:txBody>
      </p:sp>
      <p:sp>
        <p:nvSpPr>
          <p:cNvPr id="92" name="Google Shape;92;p14"/>
          <p:cNvSpPr txBox="1"/>
          <p:nvPr>
            <p:ph idx="1" type="body"/>
          </p:nvPr>
        </p:nvSpPr>
        <p:spPr>
          <a:xfrm>
            <a:off x="4572000" y="2416738"/>
            <a:ext cx="3846300" cy="204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In both works, Shakespeare uses the character(s) name(s) most often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He also consistently referred back to the overall theme of love (Romeo and Juliet) and house/home (Macbeth)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Other than pronoun words, ‘shall’ is a part of the top 15 words</a:t>
            </a:r>
            <a:endParaRPr/>
          </a:p>
        </p:txBody>
      </p:sp>
      <p:pic>
        <p:nvPicPr>
          <p:cNvPr id="93" name="Google Shape;93;p14" title="Screenshot 2026-09-09 at 8.22.5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650" y="2268608"/>
            <a:ext cx="4147350" cy="24113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Romeo and Juliet by William Shakespeare vs The Odyssey by Homer</a:t>
            </a:r>
            <a:endParaRPr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4572000" y="2498838"/>
            <a:ext cx="3846300" cy="197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Shakespeare uses more singular personal pronouns (‘thou’, ‘thy’)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Homer uses more group oriented identification (‘men’, ‘man’, ‘us’)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Both use character names the most in their respective works</a:t>
            </a:r>
            <a:endParaRPr/>
          </a:p>
        </p:txBody>
      </p:sp>
      <p:pic>
        <p:nvPicPr>
          <p:cNvPr id="100" name="Google Shape;100;p15" title="Screenshot 2026-09-08 at 10.00.5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0175" y="2297950"/>
            <a:ext cx="4267199" cy="24957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Shakespeare vs Homer Summary</a:t>
            </a:r>
            <a:endParaRPr/>
          </a:p>
        </p:txBody>
      </p:sp>
      <p:sp>
        <p:nvSpPr>
          <p:cNvPr id="106" name="Google Shape;106;p16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SIMILARITIES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Use words to reference back to the theme often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Focus on character names rather than just point of views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6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DIFFERENCES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Homer refers to people in a general more group-like way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Shakespeare’s works are more plays so the common words are more aligned with dialogue whereas Homer is more associated with storytelling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 of This Data</a:t>
            </a:r>
            <a:endParaRPr/>
          </a:p>
        </p:txBody>
      </p:sp>
      <p:sp>
        <p:nvSpPr>
          <p:cNvPr id="113" name="Google Shape;113;p1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 stop words are the default of the NLTK library so the equivalent of those words in Old English are not filtered out</a:t>
            </a:r>
            <a:endParaRPr/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Could have also considered what the distribution of word frequency would look like if words specific to the theme are filtered out to see a true comparison between each work and authors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Different words but similar intentions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